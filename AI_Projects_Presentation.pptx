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Logistics: Package Damage Risk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challa-obulesh</a:t>
            </a:r>
          </a:p>
          <a:p>
            <a:r>
              <a:t>Predictive Analytics for Shipping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operational costs due to damaged goods during transit.</a:t>
            </a:r>
          </a:p>
          <a:p>
            <a:r>
              <a:t>Lack of real-time risk visibility for logistics managers.</a:t>
            </a:r>
          </a:p>
          <a:p>
            <a:r>
              <a:t>Inefficient packaging decisions leading to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Smart Risk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models (Random Forest) predicting damage probability.</a:t>
            </a:r>
          </a:p>
          <a:p>
            <a:r>
              <a:t>Analysis of features: Handling quality, weather, route type, and transfers.</a:t>
            </a:r>
          </a:p>
          <a:p>
            <a:r>
              <a:t>Predictive interpretability using feature importance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Scikit-learn, Plotly.</a:t>
            </a:r>
          </a:p>
          <a:p>
            <a:r>
              <a:t>Interactive Web Interface (Streamlit).</a:t>
            </a:r>
          </a:p>
          <a:p>
            <a:r>
              <a:t>Automated Risk Reports and Visual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FitAI Pro: Multi-Modal Fitness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Health &amp; Workout Companion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 between manual tracking and automated health insights.</a:t>
            </a:r>
          </a:p>
          <a:p>
            <a:r>
              <a:t>A holistic platform for Nutrition, Exercise, and Progress tracking.</a:t>
            </a:r>
          </a:p>
          <a:p>
            <a:r>
              <a:t>Multi-modal inputs: Images (Meals) and Text (Workouts).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Meal Vision: AI-powered food detection and calorie calculation.</a:t>
            </a:r>
          </a:p>
          <a:p>
            <a:r>
              <a:t>Workout NLP: Convert natural language (e.g., '10 pushups') into logs.</a:t>
            </a:r>
          </a:p>
          <a:p>
            <a:r>
              <a:t>Health Predictor: Dynamic TDEE, BMI, and Macro goal setting.</a:t>
            </a:r>
          </a:p>
          <a:p>
            <a:r>
              <a:t>Visual Dashboard: Interactive progress charts and weekly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projects deployed on GitHub &amp; live via Streamlit Cloud.</a:t>
            </a:r>
          </a:p>
          <a:p>
            <a:r>
              <a:t>Scalable architecture prepared for real-world integration.</a:t>
            </a:r>
          </a:p>
          <a:p>
            <a:r>
              <a:t>Future: Wearable device integration and IoT tracking for logistics.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